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6" r:id="rId3"/>
    <p:sldId id="268" r:id="rId4"/>
    <p:sldId id="257" r:id="rId5"/>
    <p:sldId id="258" r:id="rId6"/>
    <p:sldId id="259" r:id="rId7"/>
    <p:sldId id="260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2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Formatting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• Font: Calibri/Arial | Title: 32–40 pt | Content: 20–24 pt</a:t>
            </a:r>
          </a:p>
          <a:p>
            <a:pPr marL="0" indent="0">
              <a:buNone/>
            </a:pPr>
            <a:r>
              <a:rPr dirty="0"/>
              <a:t>• Max 1</a:t>
            </a:r>
            <a:r>
              <a:rPr lang="en-US" dirty="0"/>
              <a:t>5</a:t>
            </a:r>
            <a:r>
              <a:rPr dirty="0"/>
              <a:t> slides | Use bullet points only</a:t>
            </a:r>
          </a:p>
          <a:p>
            <a:pPr marL="0" indent="0">
              <a:buNone/>
            </a:pPr>
            <a:r>
              <a:rPr dirty="0"/>
              <a:t>• Include images/graphs/diagrams</a:t>
            </a:r>
          </a:p>
          <a:p>
            <a:pPr marL="0" indent="0">
              <a:buNone/>
            </a:pPr>
            <a:r>
              <a:rPr dirty="0"/>
              <a:t>• Original content only – no plagiarism</a:t>
            </a:r>
          </a:p>
          <a:p>
            <a:pPr marL="0" indent="0">
              <a:buNone/>
            </a:pPr>
            <a:r>
              <a:rPr dirty="0"/>
              <a:t>• References in proper format (IEEE/APA)</a:t>
            </a:r>
          </a:p>
          <a:p>
            <a:pPr marL="0" indent="0">
              <a:buNone/>
            </a:pPr>
            <a:r>
              <a:rPr dirty="0"/>
              <a:t>• Presentation Time: 7–10 minutes</a:t>
            </a:r>
          </a:p>
          <a:p>
            <a:pPr marL="0" indent="0">
              <a:buNone/>
            </a:pPr>
            <a:r>
              <a:rPr dirty="0"/>
              <a:t>• File Name: </a:t>
            </a:r>
            <a:r>
              <a:rPr dirty="0" smtClean="0"/>
              <a:t>RollNo_Name_ProjectTitle.pptx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Background </a:t>
            </a:r>
            <a:r>
              <a:rPr lang="en-US" dirty="0"/>
              <a:t>of the PPT either white or very sober color.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0059" y="2336091"/>
            <a:ext cx="6186948" cy="642272"/>
          </a:xfrm>
        </p:spPr>
        <p:txBody>
          <a:bodyPr>
            <a:noAutofit/>
          </a:bodyPr>
          <a:lstStyle/>
          <a:p>
            <a:r>
              <a:rPr lang="en-US" dirty="0"/>
              <a:t>Title/ Topic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6908" y="4865739"/>
            <a:ext cx="3967316" cy="17526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2400" dirty="0"/>
              <a:t>Name</a:t>
            </a:r>
          </a:p>
          <a:p>
            <a:pPr algn="l"/>
            <a:r>
              <a:rPr lang="en-US" sz="2400" dirty="0"/>
              <a:t>Program-Specialization</a:t>
            </a:r>
          </a:p>
          <a:p>
            <a:pPr algn="l"/>
            <a:r>
              <a:rPr lang="en-US" sz="2400" dirty="0"/>
              <a:t>URN </a:t>
            </a:r>
            <a:r>
              <a:rPr lang="en-US" sz="2400" dirty="0" smtClean="0"/>
              <a:t>No-</a:t>
            </a:r>
          </a:p>
          <a:p>
            <a:pPr algn="l"/>
            <a:r>
              <a:rPr lang="en-US" sz="2400" dirty="0" smtClean="0"/>
              <a:t>Project Id-</a:t>
            </a:r>
          </a:p>
          <a:p>
            <a:pPr algn="l"/>
            <a:r>
              <a:rPr lang="en-US" sz="2400" dirty="0" smtClean="0"/>
              <a:t>Team Members Name: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9A905E9-13EC-8316-0474-37498A461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782" y="368808"/>
            <a:ext cx="4489502" cy="1568621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="" xmlns:a16="http://schemas.microsoft.com/office/drawing/2014/main" id="{D838B2A9-EA28-F932-3750-8DACC96FA8CC}"/>
              </a:ext>
            </a:extLst>
          </p:cNvPr>
          <p:cNvSpPr txBox="1">
            <a:spLocks/>
          </p:cNvSpPr>
          <p:nvPr/>
        </p:nvSpPr>
        <p:spPr>
          <a:xfrm>
            <a:off x="6548284" y="5154562"/>
            <a:ext cx="3967316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dirty="0"/>
              <a:t>Guide Name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E80F65CA-8478-FC7A-F9D3-3F89162C4270}"/>
              </a:ext>
            </a:extLst>
          </p:cNvPr>
          <p:cNvSpPr txBox="1"/>
          <p:nvPr/>
        </p:nvSpPr>
        <p:spPr>
          <a:xfrm>
            <a:off x="2559537" y="3552719"/>
            <a:ext cx="4837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            Project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88A5C6-1BA0-EE89-79E6-82361866F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FBEF71-AEB7-C87C-A2FE-3E85237D0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8" y="1806678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Literature Review</a:t>
            </a:r>
          </a:p>
          <a:p>
            <a:r>
              <a:rPr lang="en-US" dirty="0"/>
              <a:t>Research Methodology</a:t>
            </a:r>
          </a:p>
          <a:p>
            <a:r>
              <a:rPr lang="en-US" dirty="0"/>
              <a:t>Flow Chart</a:t>
            </a:r>
          </a:p>
          <a:p>
            <a:r>
              <a:rPr lang="en-US" dirty="0" smtClean="0"/>
              <a:t>Future </a:t>
            </a:r>
            <a:r>
              <a:rPr lang="en-US" dirty="0"/>
              <a:t>Scope 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7852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Background of the Problem</a:t>
            </a:r>
            <a:r>
              <a:rPr lang="en-US" dirty="0"/>
              <a:t> (1 Slide)</a:t>
            </a:r>
            <a:endParaRPr dirty="0"/>
          </a:p>
          <a:p>
            <a:pPr marL="0" indent="0">
              <a:buNone/>
            </a:pPr>
            <a:r>
              <a:rPr dirty="0"/>
              <a:t>• Motivation for the Research/Project</a:t>
            </a:r>
            <a:r>
              <a:rPr lang="en-US" dirty="0"/>
              <a:t>(1 slide)</a:t>
            </a:r>
            <a:endParaRPr dirty="0"/>
          </a:p>
          <a:p>
            <a:pPr marL="0" indent="0">
              <a:buNone/>
            </a:pPr>
            <a:r>
              <a:rPr dirty="0"/>
              <a:t>• Relevance to Domain/Society/Industry</a:t>
            </a:r>
            <a:r>
              <a:rPr lang="en-US" dirty="0"/>
              <a:t>(2 slides)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Clear and concise statement of the problem</a:t>
            </a:r>
            <a:r>
              <a:rPr lang="en-US" dirty="0"/>
              <a:t>(1 slide)</a:t>
            </a:r>
            <a:endParaRPr dirty="0"/>
          </a:p>
          <a:p>
            <a:pPr marL="0" indent="0">
              <a:buNone/>
            </a:pPr>
            <a:r>
              <a:rPr dirty="0"/>
              <a:t>• Scope and boundaries</a:t>
            </a:r>
            <a:r>
              <a:rPr lang="en-US" dirty="0"/>
              <a:t>(1 slide)</a:t>
            </a:r>
            <a:endParaRPr dirty="0"/>
          </a:p>
          <a:p>
            <a:pPr marL="0" indent="0">
              <a:buNone/>
            </a:pPr>
            <a:r>
              <a:rPr dirty="0"/>
              <a:t>• Objectives of the study</a:t>
            </a:r>
            <a:r>
              <a:rPr lang="en-US" dirty="0"/>
              <a:t>(1 slide)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Summary of 4-5 relevant existing works</a:t>
            </a:r>
            <a:r>
              <a:rPr lang="en-US" dirty="0"/>
              <a:t>(2 slides)</a:t>
            </a:r>
            <a:endParaRPr dirty="0"/>
          </a:p>
          <a:p>
            <a:pPr marL="0" indent="0">
              <a:buNone/>
            </a:pPr>
            <a:r>
              <a:rPr dirty="0"/>
              <a:t>• Key findings and limitations of previous studies</a:t>
            </a:r>
            <a:r>
              <a:rPr lang="en-US" dirty="0"/>
              <a:t>(2 slides)</a:t>
            </a:r>
            <a:endParaRPr dirty="0"/>
          </a:p>
          <a:p>
            <a:pPr marL="0" indent="0">
              <a:buNone/>
            </a:pPr>
            <a:r>
              <a:rPr dirty="0"/>
              <a:t>• Gap identified from literature</a:t>
            </a:r>
            <a:r>
              <a:rPr lang="en-US" dirty="0"/>
              <a:t>(1 slide)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Research Methodology /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Flowchart or Block Diagram </a:t>
            </a:r>
            <a:r>
              <a:rPr lang="en-US" dirty="0"/>
              <a:t>(1 slide each)</a:t>
            </a:r>
            <a:endParaRPr dirty="0"/>
          </a:p>
          <a:p>
            <a:pPr marL="0" indent="0">
              <a:buNone/>
            </a:pPr>
            <a:r>
              <a:rPr dirty="0"/>
              <a:t>• Description of method/approach/algorithm</a:t>
            </a:r>
            <a:r>
              <a:rPr lang="en-US" dirty="0"/>
              <a:t>(1 slide)</a:t>
            </a:r>
            <a:endParaRPr dirty="0"/>
          </a:p>
          <a:p>
            <a:pPr marL="0" indent="0">
              <a:buNone/>
            </a:pPr>
            <a:r>
              <a:rPr dirty="0"/>
              <a:t>• Tools or software used</a:t>
            </a:r>
            <a:r>
              <a:rPr lang="en-US" dirty="0"/>
              <a:t>(1 slide)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How the work can be extended</a:t>
            </a:r>
            <a:r>
              <a:rPr lang="en-US" dirty="0"/>
              <a:t>(1 slide)</a:t>
            </a:r>
            <a:endParaRPr dirty="0"/>
          </a:p>
          <a:p>
            <a:pPr marL="0" indent="0">
              <a:buNone/>
            </a:pPr>
            <a:r>
              <a:rPr dirty="0"/>
              <a:t>• Suggestions for further improvements</a:t>
            </a:r>
            <a:r>
              <a:rPr lang="en-US" dirty="0"/>
              <a:t>(1 slide)</a:t>
            </a:r>
            <a:endParaRPr dirty="0"/>
          </a:p>
          <a:p>
            <a:pPr marL="0" indent="0">
              <a:buNone/>
            </a:pPr>
            <a:r>
              <a:rPr dirty="0"/>
              <a:t>• Real-world implications</a:t>
            </a:r>
            <a:r>
              <a:rPr lang="en-US" dirty="0"/>
              <a:t>(1 slide)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Follow IEEE </a:t>
            </a:r>
            <a:r>
              <a:rPr lang="en-US" dirty="0"/>
              <a:t> </a:t>
            </a:r>
            <a:r>
              <a:rPr dirty="0"/>
              <a:t>style</a:t>
            </a:r>
            <a:r>
              <a:rPr lang="en-US" dirty="0"/>
              <a:t> references</a:t>
            </a:r>
            <a:endParaRPr dirty="0"/>
          </a:p>
          <a:p>
            <a:pPr marL="0" indent="0">
              <a:buNone/>
            </a:pPr>
            <a:r>
              <a:rPr dirty="0"/>
              <a:t>• At least </a:t>
            </a:r>
            <a:r>
              <a:rPr lang="en-US" dirty="0"/>
              <a:t>12/ 15+</a:t>
            </a:r>
            <a:r>
              <a:rPr dirty="0"/>
              <a:t> citations from reputed journals/conferences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Acknowledgement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Thank your guide, department, or any other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271</Words>
  <Application>Microsoft Office PowerPoint</Application>
  <PresentationFormat>On-screen Show (4:3)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Formatting Guidelines</vt:lpstr>
      <vt:lpstr>Title/ Topic</vt:lpstr>
      <vt:lpstr>Table of Content</vt:lpstr>
      <vt:lpstr>Introduction</vt:lpstr>
      <vt:lpstr>Problem Statement</vt:lpstr>
      <vt:lpstr>Literature Review</vt:lpstr>
      <vt:lpstr>Research Methodology / System Design</vt:lpstr>
      <vt:lpstr>Future Scope</vt:lpstr>
      <vt:lpstr>References</vt:lpstr>
      <vt:lpstr>Acknowledgement (Optional)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Formatting Guidelines</dc:title>
  <dc:subject/>
  <dc:creator/>
  <cp:keywords/>
  <dc:description>generated using python-pptx</dc:description>
  <cp:lastModifiedBy>Sandeep Kulkarni</cp:lastModifiedBy>
  <cp:revision>13</cp:revision>
  <dcterms:created xsi:type="dcterms:W3CDTF">2013-01-27T09:14:16Z</dcterms:created>
  <dcterms:modified xsi:type="dcterms:W3CDTF">2025-10-17T04:05:12Z</dcterms:modified>
  <cp:category/>
</cp:coreProperties>
</file>